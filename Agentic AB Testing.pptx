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77" r:id="rId2"/>
    <p:sldId id="264" r:id="rId3"/>
    <p:sldId id="265" r:id="rId4"/>
    <p:sldId id="266" r:id="rId5"/>
    <p:sldId id="268" r:id="rId6"/>
    <p:sldId id="275" r:id="rId7"/>
    <p:sldId id="276" r:id="rId8"/>
    <p:sldId id="27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45384C-7ABF-453D-AF8C-2D901E5E04F7}" v="21" dt="2026-04-18T14:13:50.858"/>
    <p1510:client id="{967404FE-D785-4221-AEB0-BF2C6AD5514E}" v="23" dt="2026-04-18T03:05:35.7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it Paliwal" userId="2184603fb4e20c10" providerId="LiveId" clId="{61B1C297-664C-457D-9E14-29C232E66F79}"/>
    <pc:docChg chg="undo custSel addSld delSld modSld">
      <pc:chgData name="Sanjit Paliwal" userId="2184603fb4e20c10" providerId="LiveId" clId="{61B1C297-664C-457D-9E14-29C232E66F79}" dt="2026-04-18T14:14:08.740" v="384" actId="1076"/>
      <pc:docMkLst>
        <pc:docMk/>
      </pc:docMkLst>
      <pc:sldChg chg="del">
        <pc:chgData name="Sanjit Paliwal" userId="2184603fb4e20c10" providerId="LiveId" clId="{61B1C297-664C-457D-9E14-29C232E66F79}" dt="2026-04-18T03:06:59.526" v="0" actId="47"/>
        <pc:sldMkLst>
          <pc:docMk/>
          <pc:sldMk cId="3725550566" sldId="256"/>
        </pc:sldMkLst>
      </pc:sldChg>
      <pc:sldChg chg="del">
        <pc:chgData name="Sanjit Paliwal" userId="2184603fb4e20c10" providerId="LiveId" clId="{61B1C297-664C-457D-9E14-29C232E66F79}" dt="2026-04-18T03:07:13.616" v="7" actId="47"/>
        <pc:sldMkLst>
          <pc:docMk/>
          <pc:sldMk cId="3946128657" sldId="257"/>
        </pc:sldMkLst>
      </pc:sldChg>
      <pc:sldChg chg="del">
        <pc:chgData name="Sanjit Paliwal" userId="2184603fb4e20c10" providerId="LiveId" clId="{61B1C297-664C-457D-9E14-29C232E66F79}" dt="2026-04-18T03:07:14.481" v="8" actId="47"/>
        <pc:sldMkLst>
          <pc:docMk/>
          <pc:sldMk cId="1335125918" sldId="259"/>
        </pc:sldMkLst>
      </pc:sldChg>
      <pc:sldChg chg="del">
        <pc:chgData name="Sanjit Paliwal" userId="2184603fb4e20c10" providerId="LiveId" clId="{61B1C297-664C-457D-9E14-29C232E66F79}" dt="2026-04-18T03:07:01.839" v="2" actId="47"/>
        <pc:sldMkLst>
          <pc:docMk/>
          <pc:sldMk cId="224089919" sldId="260"/>
        </pc:sldMkLst>
      </pc:sldChg>
      <pc:sldChg chg="del">
        <pc:chgData name="Sanjit Paliwal" userId="2184603fb4e20c10" providerId="LiveId" clId="{61B1C297-664C-457D-9E14-29C232E66F79}" dt="2026-04-18T03:07:00.316" v="1" actId="47"/>
        <pc:sldMkLst>
          <pc:docMk/>
          <pc:sldMk cId="1969160709" sldId="261"/>
        </pc:sldMkLst>
      </pc:sldChg>
      <pc:sldChg chg="del">
        <pc:chgData name="Sanjit Paliwal" userId="2184603fb4e20c10" providerId="LiveId" clId="{61B1C297-664C-457D-9E14-29C232E66F79}" dt="2026-04-18T03:10:01.715" v="78" actId="47"/>
        <pc:sldMkLst>
          <pc:docMk/>
          <pc:sldMk cId="260152139" sldId="262"/>
        </pc:sldMkLst>
      </pc:sldChg>
      <pc:sldChg chg="addSp modSp mod">
        <pc:chgData name="Sanjit Paliwal" userId="2184603fb4e20c10" providerId="LiveId" clId="{61B1C297-664C-457D-9E14-29C232E66F79}" dt="2026-04-18T14:12:47.706" v="366" actId="255"/>
        <pc:sldMkLst>
          <pc:docMk/>
          <pc:sldMk cId="2382412003" sldId="264"/>
        </pc:sldMkLst>
        <pc:spChg chg="mod">
          <ac:chgData name="Sanjit Paliwal" userId="2184603fb4e20c10" providerId="LiveId" clId="{61B1C297-664C-457D-9E14-29C232E66F79}" dt="2026-04-18T03:32:44.489" v="217" actId="113"/>
          <ac:spMkLst>
            <pc:docMk/>
            <pc:sldMk cId="2382412003" sldId="264"/>
            <ac:spMk id="2" creationId="{2F556085-172F-2315-C828-FDA0EB42FCD6}"/>
          </ac:spMkLst>
        </pc:spChg>
        <pc:spChg chg="mod">
          <ac:chgData name="Sanjit Paliwal" userId="2184603fb4e20c10" providerId="LiveId" clId="{61B1C297-664C-457D-9E14-29C232E66F79}" dt="2026-04-18T14:12:41.222" v="365" actId="255"/>
          <ac:spMkLst>
            <pc:docMk/>
            <pc:sldMk cId="2382412003" sldId="264"/>
            <ac:spMk id="3" creationId="{599A4578-0BA7-AAAD-2CEC-96C764676109}"/>
          </ac:spMkLst>
        </pc:spChg>
        <pc:spChg chg="mod">
          <ac:chgData name="Sanjit Paliwal" userId="2184603fb4e20c10" providerId="LiveId" clId="{61B1C297-664C-457D-9E14-29C232E66F79}" dt="2026-04-18T03:32:22.626" v="214"/>
          <ac:spMkLst>
            <pc:docMk/>
            <pc:sldMk cId="2382412003" sldId="264"/>
            <ac:spMk id="4" creationId="{6434E6FC-9B3B-9FB5-6213-299557CA4FE4}"/>
          </ac:spMkLst>
        </pc:spChg>
        <pc:spChg chg="mod">
          <ac:chgData name="Sanjit Paliwal" userId="2184603fb4e20c10" providerId="LiveId" clId="{61B1C297-664C-457D-9E14-29C232E66F79}" dt="2026-04-18T14:12:47.706" v="366" actId="255"/>
          <ac:spMkLst>
            <pc:docMk/>
            <pc:sldMk cId="2382412003" sldId="264"/>
            <ac:spMk id="5" creationId="{1E279757-BB41-F75B-7C87-943DCFB0A1B5}"/>
          </ac:spMkLst>
        </pc:spChg>
        <pc:spChg chg="mod">
          <ac:chgData name="Sanjit Paliwal" userId="2184603fb4e20c10" providerId="LiveId" clId="{61B1C297-664C-457D-9E14-29C232E66F79}" dt="2026-04-18T03:32:22.626" v="214"/>
          <ac:spMkLst>
            <pc:docMk/>
            <pc:sldMk cId="2382412003" sldId="264"/>
            <ac:spMk id="6" creationId="{47EAB521-C0AD-9DB2-4D0D-95FC0A175D69}"/>
          </ac:spMkLst>
        </pc:spChg>
        <pc:spChg chg="add mod">
          <ac:chgData name="Sanjit Paliwal" userId="2184603fb4e20c10" providerId="LiveId" clId="{61B1C297-664C-457D-9E14-29C232E66F79}" dt="2026-04-18T03:35:13.488" v="249" actId="20577"/>
          <ac:spMkLst>
            <pc:docMk/>
            <pc:sldMk cId="2382412003" sldId="264"/>
            <ac:spMk id="7" creationId="{EF6562BE-0F42-ECE8-2589-6D568AD35075}"/>
          </ac:spMkLst>
        </pc:spChg>
        <pc:spChg chg="mod">
          <ac:chgData name="Sanjit Paliwal" userId="2184603fb4e20c10" providerId="LiveId" clId="{61B1C297-664C-457D-9E14-29C232E66F79}" dt="2026-04-18T03:34:51.443" v="245" actId="20577"/>
          <ac:spMkLst>
            <pc:docMk/>
            <pc:sldMk cId="2382412003" sldId="264"/>
            <ac:spMk id="11" creationId="{842F7058-5D08-C23C-8286-0624A96E12FC}"/>
          </ac:spMkLst>
        </pc:spChg>
      </pc:sldChg>
      <pc:sldChg chg="addSp modSp mod">
        <pc:chgData name="Sanjit Paliwal" userId="2184603fb4e20c10" providerId="LiveId" clId="{61B1C297-664C-457D-9E14-29C232E66F79}" dt="2026-04-18T03:40:46.673" v="364" actId="113"/>
        <pc:sldMkLst>
          <pc:docMk/>
          <pc:sldMk cId="663624040" sldId="265"/>
        </pc:sldMkLst>
        <pc:spChg chg="mod">
          <ac:chgData name="Sanjit Paliwal" userId="2184603fb4e20c10" providerId="LiveId" clId="{61B1C297-664C-457D-9E14-29C232E66F79}" dt="2026-04-18T03:32:50.041" v="218" actId="113"/>
          <ac:spMkLst>
            <pc:docMk/>
            <pc:sldMk cId="663624040" sldId="265"/>
            <ac:spMk id="2" creationId="{1636D70D-DBC6-8B2E-607C-9E4B86A68BB7}"/>
          </ac:spMkLst>
        </pc:spChg>
        <pc:spChg chg="mod">
          <ac:chgData name="Sanjit Paliwal" userId="2184603fb4e20c10" providerId="LiveId" clId="{61B1C297-664C-457D-9E14-29C232E66F79}" dt="2026-04-18T03:40:29.264" v="360" actId="255"/>
          <ac:spMkLst>
            <pc:docMk/>
            <pc:sldMk cId="663624040" sldId="265"/>
            <ac:spMk id="3" creationId="{82308DC0-BAB6-1CC3-2119-F7672C1472EB}"/>
          </ac:spMkLst>
        </pc:spChg>
        <pc:spChg chg="mod">
          <ac:chgData name="Sanjit Paliwal" userId="2184603fb4e20c10" providerId="LiveId" clId="{61B1C297-664C-457D-9E14-29C232E66F79}" dt="2026-04-18T03:40:46.673" v="364" actId="113"/>
          <ac:spMkLst>
            <pc:docMk/>
            <pc:sldMk cId="663624040" sldId="265"/>
            <ac:spMk id="4" creationId="{8322ED9C-92BB-45EC-7863-8BACF5F80B88}"/>
          </ac:spMkLst>
        </pc:spChg>
        <pc:spChg chg="mod">
          <ac:chgData name="Sanjit Paliwal" userId="2184603fb4e20c10" providerId="LiveId" clId="{61B1C297-664C-457D-9E14-29C232E66F79}" dt="2026-04-18T03:40:33.856" v="361" actId="255"/>
          <ac:spMkLst>
            <pc:docMk/>
            <pc:sldMk cId="663624040" sldId="265"/>
            <ac:spMk id="5" creationId="{DB793B53-E39A-CBF8-BF59-2D339189E27E}"/>
          </ac:spMkLst>
        </pc:spChg>
        <pc:spChg chg="add mod">
          <ac:chgData name="Sanjit Paliwal" userId="2184603fb4e20c10" providerId="LiveId" clId="{61B1C297-664C-457D-9E14-29C232E66F79}" dt="2026-04-18T03:35:25.586" v="252" actId="1076"/>
          <ac:spMkLst>
            <pc:docMk/>
            <pc:sldMk cId="663624040" sldId="265"/>
            <ac:spMk id="6" creationId="{C9D7A2F8-FACE-8445-BA70-41F3A0E20B53}"/>
          </ac:spMkLst>
        </pc:spChg>
        <pc:spChg chg="add mod">
          <ac:chgData name="Sanjit Paliwal" userId="2184603fb4e20c10" providerId="LiveId" clId="{61B1C297-664C-457D-9E14-29C232E66F79}" dt="2026-04-18T03:35:36.419" v="254" actId="1076"/>
          <ac:spMkLst>
            <pc:docMk/>
            <pc:sldMk cId="663624040" sldId="265"/>
            <ac:spMk id="7" creationId="{423FAB84-240E-6577-3B40-09F1320F60A0}"/>
          </ac:spMkLst>
        </pc:spChg>
        <pc:picChg chg="mod">
          <ac:chgData name="Sanjit Paliwal" userId="2184603fb4e20c10" providerId="LiveId" clId="{61B1C297-664C-457D-9E14-29C232E66F79}" dt="2026-04-18T03:35:54.587" v="258" actId="1076"/>
          <ac:picMkLst>
            <pc:docMk/>
            <pc:sldMk cId="663624040" sldId="265"/>
            <ac:picMk id="33" creationId="{47024DC9-3510-FAEB-BB60-1F940367265D}"/>
          </ac:picMkLst>
        </pc:picChg>
      </pc:sldChg>
      <pc:sldChg chg="modSp mod">
        <pc:chgData name="Sanjit Paliwal" userId="2184603fb4e20c10" providerId="LiveId" clId="{61B1C297-664C-457D-9E14-29C232E66F79}" dt="2026-04-18T03:36:19.127" v="262" actId="113"/>
        <pc:sldMkLst>
          <pc:docMk/>
          <pc:sldMk cId="182793799" sldId="266"/>
        </pc:sldMkLst>
        <pc:spChg chg="mod">
          <ac:chgData name="Sanjit Paliwal" userId="2184603fb4e20c10" providerId="LiveId" clId="{61B1C297-664C-457D-9E14-29C232E66F79}" dt="2026-04-18T03:32:55.727" v="219" actId="113"/>
          <ac:spMkLst>
            <pc:docMk/>
            <pc:sldMk cId="182793799" sldId="266"/>
            <ac:spMk id="2" creationId="{07DA4A51-E394-3E94-C841-11F3117FA6D3}"/>
          </ac:spMkLst>
        </pc:spChg>
        <pc:spChg chg="mod">
          <ac:chgData name="Sanjit Paliwal" userId="2184603fb4e20c10" providerId="LiveId" clId="{61B1C297-664C-457D-9E14-29C232E66F79}" dt="2026-04-18T03:36:19.127" v="262" actId="113"/>
          <ac:spMkLst>
            <pc:docMk/>
            <pc:sldMk cId="182793799" sldId="266"/>
            <ac:spMk id="3" creationId="{8C4D1DFB-9B48-3936-52BA-1200FA7458F1}"/>
          </ac:spMkLst>
        </pc:spChg>
      </pc:sldChg>
      <pc:sldChg chg="addSp modSp mod">
        <pc:chgData name="Sanjit Paliwal" userId="2184603fb4e20c10" providerId="LiveId" clId="{61B1C297-664C-457D-9E14-29C232E66F79}" dt="2026-04-18T03:33:00.295" v="220" actId="113"/>
        <pc:sldMkLst>
          <pc:docMk/>
          <pc:sldMk cId="684692158" sldId="268"/>
        </pc:sldMkLst>
        <pc:spChg chg="mod">
          <ac:chgData name="Sanjit Paliwal" userId="2184603fb4e20c10" providerId="LiveId" clId="{61B1C297-664C-457D-9E14-29C232E66F79}" dt="2026-04-18T03:33:00.295" v="220" actId="113"/>
          <ac:spMkLst>
            <pc:docMk/>
            <pc:sldMk cId="684692158" sldId="268"/>
            <ac:spMk id="2" creationId="{5593844A-2626-5049-CC09-3EC3024DE2D5}"/>
          </ac:spMkLst>
        </pc:spChg>
        <pc:spChg chg="add mod">
          <ac:chgData name="Sanjit Paliwal" userId="2184603fb4e20c10" providerId="LiveId" clId="{61B1C297-664C-457D-9E14-29C232E66F79}" dt="2026-04-18T03:28:10.324" v="196" actId="20577"/>
          <ac:spMkLst>
            <pc:docMk/>
            <pc:sldMk cId="684692158" sldId="268"/>
            <ac:spMk id="9" creationId="{6A3B310F-F5C7-AC39-299E-CDCC7BF445C2}"/>
          </ac:spMkLst>
        </pc:spChg>
      </pc:sldChg>
      <pc:sldChg chg="del">
        <pc:chgData name="Sanjit Paliwal" userId="2184603fb4e20c10" providerId="LiveId" clId="{61B1C297-664C-457D-9E14-29C232E66F79}" dt="2026-04-18T03:07:11.638" v="5" actId="47"/>
        <pc:sldMkLst>
          <pc:docMk/>
          <pc:sldMk cId="4172529352" sldId="270"/>
        </pc:sldMkLst>
      </pc:sldChg>
      <pc:sldChg chg="del">
        <pc:chgData name="Sanjit Paliwal" userId="2184603fb4e20c10" providerId="LiveId" clId="{61B1C297-664C-457D-9E14-29C232E66F79}" dt="2026-04-18T03:07:09.979" v="3" actId="47"/>
        <pc:sldMkLst>
          <pc:docMk/>
          <pc:sldMk cId="2616645296" sldId="271"/>
        </pc:sldMkLst>
      </pc:sldChg>
      <pc:sldChg chg="del">
        <pc:chgData name="Sanjit Paliwal" userId="2184603fb4e20c10" providerId="LiveId" clId="{61B1C297-664C-457D-9E14-29C232E66F79}" dt="2026-04-18T03:07:10.839" v="4" actId="47"/>
        <pc:sldMkLst>
          <pc:docMk/>
          <pc:sldMk cId="937282320" sldId="272"/>
        </pc:sldMkLst>
      </pc:sldChg>
      <pc:sldChg chg="del">
        <pc:chgData name="Sanjit Paliwal" userId="2184603fb4e20c10" providerId="LiveId" clId="{61B1C297-664C-457D-9E14-29C232E66F79}" dt="2026-04-18T03:07:12.505" v="6" actId="47"/>
        <pc:sldMkLst>
          <pc:docMk/>
          <pc:sldMk cId="1292007001" sldId="274"/>
        </pc:sldMkLst>
      </pc:sldChg>
      <pc:sldChg chg="modSp mod">
        <pc:chgData name="Sanjit Paliwal" userId="2184603fb4e20c10" providerId="LiveId" clId="{61B1C297-664C-457D-9E14-29C232E66F79}" dt="2026-04-18T03:38:57.816" v="357" actId="20577"/>
        <pc:sldMkLst>
          <pc:docMk/>
          <pc:sldMk cId="2728206209" sldId="275"/>
        </pc:sldMkLst>
        <pc:spChg chg="mod">
          <ac:chgData name="Sanjit Paliwal" userId="2184603fb4e20c10" providerId="LiveId" clId="{61B1C297-664C-457D-9E14-29C232E66F79}" dt="2026-04-18T03:33:04.521" v="221" actId="113"/>
          <ac:spMkLst>
            <pc:docMk/>
            <pc:sldMk cId="2728206209" sldId="275"/>
            <ac:spMk id="2" creationId="{644F93F5-9462-32C8-6BAC-E060AC0D27B9}"/>
          </ac:spMkLst>
        </pc:spChg>
        <pc:spChg chg="mod">
          <ac:chgData name="Sanjit Paliwal" userId="2184603fb4e20c10" providerId="LiveId" clId="{61B1C297-664C-457D-9E14-29C232E66F79}" dt="2026-04-18T03:38:21.280" v="339" actId="20577"/>
          <ac:spMkLst>
            <pc:docMk/>
            <pc:sldMk cId="2728206209" sldId="275"/>
            <ac:spMk id="4" creationId="{7E50343B-0D58-E307-B83E-B0B208152D96}"/>
          </ac:spMkLst>
        </pc:spChg>
        <pc:spChg chg="mod">
          <ac:chgData name="Sanjit Paliwal" userId="2184603fb4e20c10" providerId="LiveId" clId="{61B1C297-664C-457D-9E14-29C232E66F79}" dt="2026-04-18T03:38:57.816" v="357" actId="20577"/>
          <ac:spMkLst>
            <pc:docMk/>
            <pc:sldMk cId="2728206209" sldId="275"/>
            <ac:spMk id="5" creationId="{D77A9C13-CC0D-BECB-66C5-491D31B786BF}"/>
          </ac:spMkLst>
        </pc:spChg>
        <pc:spChg chg="mod">
          <ac:chgData name="Sanjit Paliwal" userId="2184603fb4e20c10" providerId="LiveId" clId="{61B1C297-664C-457D-9E14-29C232E66F79}" dt="2026-04-18T03:37:04.859" v="263" actId="1076"/>
          <ac:spMkLst>
            <pc:docMk/>
            <pc:sldMk cId="2728206209" sldId="275"/>
            <ac:spMk id="25" creationId="{42FD26BF-64F5-02BB-E778-4F8E07F2941F}"/>
          </ac:spMkLst>
        </pc:spChg>
      </pc:sldChg>
      <pc:sldChg chg="modSp mod">
        <pc:chgData name="Sanjit Paliwal" userId="2184603fb4e20c10" providerId="LiveId" clId="{61B1C297-664C-457D-9E14-29C232E66F79}" dt="2026-04-18T03:33:10.695" v="222" actId="113"/>
        <pc:sldMkLst>
          <pc:docMk/>
          <pc:sldMk cId="2329068168" sldId="276"/>
        </pc:sldMkLst>
        <pc:spChg chg="mod">
          <ac:chgData name="Sanjit Paliwal" userId="2184603fb4e20c10" providerId="LiveId" clId="{61B1C297-664C-457D-9E14-29C232E66F79}" dt="2026-04-18T03:33:10.695" v="222" actId="113"/>
          <ac:spMkLst>
            <pc:docMk/>
            <pc:sldMk cId="2329068168" sldId="276"/>
            <ac:spMk id="2" creationId="{EB35F189-C310-A66E-C32A-592F2E3184E3}"/>
          </ac:spMkLst>
        </pc:spChg>
        <pc:spChg chg="mod">
          <ac:chgData name="Sanjit Paliwal" userId="2184603fb4e20c10" providerId="LiveId" clId="{61B1C297-664C-457D-9E14-29C232E66F79}" dt="2026-04-18T03:29:25.905" v="206" actId="27636"/>
          <ac:spMkLst>
            <pc:docMk/>
            <pc:sldMk cId="2329068168" sldId="276"/>
            <ac:spMk id="3" creationId="{1E105FE6-979A-E945-9E99-C586962CAF85}"/>
          </ac:spMkLst>
        </pc:spChg>
      </pc:sldChg>
      <pc:sldChg chg="addSp delSp modSp new mod">
        <pc:chgData name="Sanjit Paliwal" userId="2184603fb4e20c10" providerId="LiveId" clId="{61B1C297-664C-457D-9E14-29C232E66F79}" dt="2026-04-18T14:13:17.315" v="367" actId="20577"/>
        <pc:sldMkLst>
          <pc:docMk/>
          <pc:sldMk cId="4055109363" sldId="277"/>
        </pc:sldMkLst>
        <pc:spChg chg="mod">
          <ac:chgData name="Sanjit Paliwal" userId="2184603fb4e20c10" providerId="LiveId" clId="{61B1C297-664C-457D-9E14-29C232E66F79}" dt="2026-04-18T03:33:39.928" v="224" actId="14100"/>
          <ac:spMkLst>
            <pc:docMk/>
            <pc:sldMk cId="4055109363" sldId="277"/>
            <ac:spMk id="2" creationId="{34A3591F-E394-002E-E6B2-E614EFB7C5DA}"/>
          </ac:spMkLst>
        </pc:spChg>
        <pc:spChg chg="mod">
          <ac:chgData name="Sanjit Paliwal" userId="2184603fb4e20c10" providerId="LiveId" clId="{61B1C297-664C-457D-9E14-29C232E66F79}" dt="2026-04-18T03:24:35.530" v="124" actId="1076"/>
          <ac:spMkLst>
            <pc:docMk/>
            <pc:sldMk cId="4055109363" sldId="277"/>
            <ac:spMk id="3" creationId="{1CC84D88-A7B0-5DCB-0FEC-8494DBFE4549}"/>
          </ac:spMkLst>
        </pc:spChg>
        <pc:spChg chg="add mod">
          <ac:chgData name="Sanjit Paliwal" userId="2184603fb4e20c10" providerId="LiveId" clId="{61B1C297-664C-457D-9E14-29C232E66F79}" dt="2026-04-18T03:21:56.028" v="117" actId="1076"/>
          <ac:spMkLst>
            <pc:docMk/>
            <pc:sldMk cId="4055109363" sldId="277"/>
            <ac:spMk id="6" creationId="{2073E104-9FB4-E288-10CB-34299D85F3A3}"/>
          </ac:spMkLst>
        </pc:spChg>
        <pc:spChg chg="add del">
          <ac:chgData name="Sanjit Paliwal" userId="2184603fb4e20c10" providerId="LiveId" clId="{61B1C297-664C-457D-9E14-29C232E66F79}" dt="2026-04-18T03:25:21.818" v="126" actId="22"/>
          <ac:spMkLst>
            <pc:docMk/>
            <pc:sldMk cId="4055109363" sldId="277"/>
            <ac:spMk id="12" creationId="{EEA5FDC7-CA65-0C51-B2F7-61758A34B7BC}"/>
          </ac:spMkLst>
        </pc:spChg>
        <pc:spChg chg="add mod">
          <ac:chgData name="Sanjit Paliwal" userId="2184603fb4e20c10" providerId="LiveId" clId="{61B1C297-664C-457D-9E14-29C232E66F79}" dt="2026-04-18T14:13:17.315" v="367" actId="20577"/>
          <ac:spMkLst>
            <pc:docMk/>
            <pc:sldMk cId="4055109363" sldId="277"/>
            <ac:spMk id="14" creationId="{8F47DB66-FCC1-6F42-0DAB-7FE86C5CFC64}"/>
          </ac:spMkLst>
        </pc:spChg>
        <pc:picChg chg="add mod">
          <ac:chgData name="Sanjit Paliwal" userId="2184603fb4e20c10" providerId="LiveId" clId="{61B1C297-664C-457D-9E14-29C232E66F79}" dt="2026-04-18T03:21:52.614" v="116" actId="1076"/>
          <ac:picMkLst>
            <pc:docMk/>
            <pc:sldMk cId="4055109363" sldId="277"/>
            <ac:picMk id="5" creationId="{3AEE08A6-2621-5AF7-B2F9-3899DFA30C35}"/>
          </ac:picMkLst>
        </pc:picChg>
        <pc:picChg chg="add mod">
          <ac:chgData name="Sanjit Paliwal" userId="2184603fb4e20c10" providerId="LiveId" clId="{61B1C297-664C-457D-9E14-29C232E66F79}" dt="2026-04-18T03:22:07.328" v="119" actId="1076"/>
          <ac:picMkLst>
            <pc:docMk/>
            <pc:sldMk cId="4055109363" sldId="277"/>
            <ac:picMk id="8" creationId="{4B900425-33C7-E86E-BA6B-9F9D3E6956D3}"/>
          </ac:picMkLst>
        </pc:picChg>
        <pc:picChg chg="add mod">
          <ac:chgData name="Sanjit Paliwal" userId="2184603fb4e20c10" providerId="LiveId" clId="{61B1C297-664C-457D-9E14-29C232E66F79}" dt="2026-04-18T03:22:11.216" v="120" actId="1076"/>
          <ac:picMkLst>
            <pc:docMk/>
            <pc:sldMk cId="4055109363" sldId="277"/>
            <ac:picMk id="9" creationId="{59653234-6157-56B2-B56D-77C291A13D54}"/>
          </ac:picMkLst>
        </pc:picChg>
        <pc:picChg chg="add mod">
          <ac:chgData name="Sanjit Paliwal" userId="2184603fb4e20c10" providerId="LiveId" clId="{61B1C297-664C-457D-9E14-29C232E66F79}" dt="2026-04-18T03:22:29.102" v="122" actId="1076"/>
          <ac:picMkLst>
            <pc:docMk/>
            <pc:sldMk cId="4055109363" sldId="277"/>
            <ac:picMk id="10" creationId="{558E476A-0740-D1FB-E2DE-89F57D6E6B69}"/>
          </ac:picMkLst>
        </pc:picChg>
      </pc:sldChg>
      <pc:sldChg chg="addSp modSp new mod">
        <pc:chgData name="Sanjit Paliwal" userId="2184603fb4e20c10" providerId="LiveId" clId="{61B1C297-664C-457D-9E14-29C232E66F79}" dt="2026-04-18T14:14:08.740" v="384" actId="1076"/>
        <pc:sldMkLst>
          <pc:docMk/>
          <pc:sldMk cId="3902881630" sldId="278"/>
        </pc:sldMkLst>
        <pc:spChg chg="add mod">
          <ac:chgData name="Sanjit Paliwal" userId="2184603fb4e20c10" providerId="LiveId" clId="{61B1C297-664C-457D-9E14-29C232E66F79}" dt="2026-04-18T14:14:08.740" v="384" actId="1076"/>
          <ac:spMkLst>
            <pc:docMk/>
            <pc:sldMk cId="3902881630" sldId="278"/>
            <ac:spMk id="2" creationId="{78BFFD73-EB2B-B914-9EC8-F17BB324F77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FE8FD-7B98-1B51-DDF0-01CF4ED47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153E38-C89C-6A5F-A655-503E46E094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8AA18-F687-EE57-5580-18922D26A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ED6C3-137E-45DD-BAC1-14E66BC36D3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A0BDE-5F1A-1624-6DDE-4D5E8A170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41316-34E5-58CA-1CE3-B7FE67210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62DB5-DD3C-4289-ABC9-35CAEA3C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081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82E1B-5705-C6AA-55F5-953367A84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83A94-1E66-1D9B-C5E7-C7E6AA9FD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7881E-0445-9E19-7E4F-94DE45A81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ED6C3-137E-45DD-BAC1-14E66BC36D3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2FE9A-1309-D4E0-6759-B1DC49B76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A8F95-0E7B-148F-F9BC-DF31FE5D2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62DB5-DD3C-4289-ABC9-35CAEA3C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CC4A8-B4B6-EC2D-2F9D-625404A59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4BCFC-B6EB-D08E-51DC-21C785378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F2C43-59BB-4773-CD3E-CE2F142C3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ED6C3-137E-45DD-BAC1-14E66BC36D3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DB11A-C3C2-332E-AA00-BCA84FD61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58CCA-56DB-76DC-504A-1CD3F7351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62DB5-DD3C-4289-ABC9-35CAEA3C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72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3ED6-4DC3-5BD8-7B8C-3F8B4E195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CDF74-01CE-E375-AD5F-DB8213C10A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46147-8C67-F423-C354-BDB01D45E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01FA4-0226-D0CD-1CD9-371002F10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ED6C3-137E-45DD-BAC1-14E66BC36D3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94DBE-8C93-248F-7C51-B64A5F44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CED2-5400-D169-4F52-14211515A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62DB5-DD3C-4289-ABC9-35CAEA3C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24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7B600-4D13-65DF-018E-2AF040D36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B8EF5-1177-DFE8-08CC-EB71B13C4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5C361-625E-B950-110E-B361AF313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5617E0-EF44-0E67-B269-A572D083CE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EC51AE-8767-534E-4511-D9AC9972C4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C2B8F7-242E-DF63-E6E4-85DB7FE1C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ED6C3-137E-45DD-BAC1-14E66BC36D3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C23C7A-ECD2-8728-1298-BEC1423B4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E4F7F4-5686-90B5-9FC5-A99579FE3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62DB5-DD3C-4289-ABC9-35CAEA3C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77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2CAC0-C123-A4D9-570B-2F06237F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A551AD-659B-737A-5E05-358CF1833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ED6C3-137E-45DD-BAC1-14E66BC36D3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8AAE1C-AFF8-6B0E-9F24-2461C452F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35C90C-7CBA-F3D5-2083-35C62C80A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62DB5-DD3C-4289-ABC9-35CAEA3C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046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C059EF-8C64-64C0-CBA8-83FADDBF8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ED6C3-137E-45DD-BAC1-14E66BC36D3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E8F3DB-7DE5-2641-9669-392B68EFF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589C0-D7C5-E851-3FAB-52995A6F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62DB5-DD3C-4289-ABC9-35CAEA3C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195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D86F5-3D7F-BB8E-E998-9D41459BB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FEC2C-826F-1D70-7FF7-B9B7703CF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173A5-96DE-17C6-868A-699729B7B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4BBE3-9776-CFDE-B17D-A011F8B33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ED6C3-137E-45DD-BAC1-14E66BC36D3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DAFA7-EB53-0933-0906-06F6F8023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5A2BB-8507-0222-0EC5-9F228B10A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62DB5-DD3C-4289-ABC9-35CAEA3C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32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181B-8203-E015-A222-4ECE31F15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AFBD40-A2DC-70D0-33A6-80ED5774F5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99C28-1695-5F47-C2B2-167E4D6A6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EEF6A-14C8-A4FC-0BBE-4B4568358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ED6C3-137E-45DD-BAC1-14E66BC36D3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6B360D-FB22-3ED2-3236-78D4ABC84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BE190-6C7D-5145-E236-9E1A89D78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62DB5-DD3C-4289-ABC9-35CAEA3C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31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1C76-4A17-C880-B2CB-DF45FF7E7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D176E-FE0D-C5E3-C7B0-83EDA3C69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C3DEB-52B3-22D9-0F53-5886DF021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ED6C3-137E-45DD-BAC1-14E66BC36D3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DB30C-1A89-850E-317A-112C7D1B8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AB1C3-F8D9-14FD-7921-35A399887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62DB5-DD3C-4289-ABC9-35CAEA3C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17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15566A-2314-7701-3300-449A24A8F2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471E24-F742-D9BF-F5EF-DB702EE11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4AC2E-835C-1E2B-585D-34531EF5E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ED6C3-137E-45DD-BAC1-14E66BC36D3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6B5DD-814C-C21D-9F8E-BC0BA9929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40F52-2786-7568-B6BA-FBD902D53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62DB5-DD3C-4289-ABC9-35CAEA3C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12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FD94B4-12C1-63CC-5733-436A70E6F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E9477-9FB1-1F8F-00AF-79E77F4E7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C5D66-B1E4-5E06-1E73-859DD1F1D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2ED6C3-137E-45DD-BAC1-14E66BC36D3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2405B-2145-29FF-3DC1-FD51F8A1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8FA96-75EA-61F9-6449-F17CC4130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562DB5-DD3C-4289-ABC9-35CAEA3C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171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youtube.com/watch?v=99Rmi_CjqME&amp;t=667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9Rmi_CjqME&amp;t=667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ollama.com/library/gemma4" TargetMode="External"/><Relationship Id="rId3" Type="http://schemas.openxmlformats.org/officeDocument/2006/relationships/hyperlink" Target="https://deepmind.google/models/gemma/gemma-4/" TargetMode="External"/><Relationship Id="rId7" Type="http://schemas.openxmlformats.org/officeDocument/2006/relationships/hyperlink" Target="https://en.wikipedia.org/wiki/Beta_distribution" TargetMode="External"/><Relationship Id="rId2" Type="http://schemas.openxmlformats.org/officeDocument/2006/relationships/hyperlink" Target="https://www.youtube.com/watch?v=99Rmi_CjqM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ymc.io/projects/examples/en/latest/causal_inference/bayesian_ab_testing_introduction.html" TargetMode="External"/><Relationship Id="rId5" Type="http://schemas.openxmlformats.org/officeDocument/2006/relationships/hyperlink" Target="https://www.youtube.com/watch?v=uBWuKh1nZ2Y" TargetMode="External"/><Relationship Id="rId4" Type="http://schemas.openxmlformats.org/officeDocument/2006/relationships/hyperlink" Target="https://github.com/karpathy/autoresearch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3591F-E394-002E-E6B2-E614EFB7C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23446" y="2906245"/>
            <a:ext cx="12132676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𝗙𝗿𝗼𝗺 𝗣𝗿𝗼𝗺𝗽𝘁𝘀 𝘁𝗼 𝗣𝗼𝘀𝘁𝗲𝗿𝗶𝗼𝗿𝘀: </a:t>
            </a:r>
            <a:br>
              <a:rPr lang="en-US" dirty="0"/>
            </a:br>
            <a:r>
              <a:rPr lang="en-US" dirty="0"/>
              <a:t>𝗔𝗴𝗲𝗻𝘁𝗶𝗰 𝗕𝗮𝘆𝗲𝘀𝗶𝗮𝗻 𝗔/𝗕 𝗧𝗲𝘀𝘁𝗶𝗻𝗴 𝘄𝗶𝘁𝗵 𝗣𝘆𝗠𝗖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C84D88-A7B0-5DCB-0FEC-8494DBFE4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3339" y="5330507"/>
            <a:ext cx="9144000" cy="1655762"/>
          </a:xfrm>
        </p:spPr>
        <p:txBody>
          <a:bodyPr/>
          <a:lstStyle/>
          <a:p>
            <a:r>
              <a:rPr lang="en-US" dirty="0"/>
              <a:t>Sanjit Paliwal</a:t>
            </a:r>
          </a:p>
          <a:p>
            <a:r>
              <a:rPr lang="en-US" dirty="0"/>
              <a:t>Principal Data Scientist, Verizon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EE08A6-2621-5AF7-B2F9-3899DFA30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356" y="740250"/>
            <a:ext cx="2183469" cy="2129333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2073E104-9FB4-E288-10CB-34299D85F3A3}"/>
              </a:ext>
            </a:extLst>
          </p:cNvPr>
          <p:cNvSpPr/>
          <p:nvPr/>
        </p:nvSpPr>
        <p:spPr>
          <a:xfrm>
            <a:off x="3988855" y="1266492"/>
            <a:ext cx="3995130" cy="639773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900425-33C7-E86E-BA6B-9F9D3E695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015" y="847659"/>
            <a:ext cx="2729286" cy="1747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653234-6157-56B2-B56D-77C291A13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436" y="246002"/>
            <a:ext cx="3283248" cy="8666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8E476A-0740-D1FB-E2DE-89F57D6E6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4222" y="2043080"/>
            <a:ext cx="1864396" cy="76097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F47DB66-FCC1-6F42-0DAB-7FE86C5CFC64}"/>
              </a:ext>
            </a:extLst>
          </p:cNvPr>
          <p:cNvSpPr txBox="1"/>
          <p:nvPr/>
        </p:nvSpPr>
        <p:spPr>
          <a:xfrm>
            <a:off x="3160510" y="6427332"/>
            <a:ext cx="62831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Image sources: ollama.com/library/gemma4,  pymc.io and </a:t>
            </a:r>
            <a:r>
              <a:rPr lang="en-US" sz="1400" dirty="0" err="1"/>
              <a:t>chatgpt</a:t>
            </a:r>
            <a:r>
              <a:rPr lang="en-US" sz="1400" dirty="0"/>
              <a:t> prompt</a:t>
            </a:r>
          </a:p>
        </p:txBody>
      </p:sp>
    </p:spTree>
    <p:extLst>
      <p:ext uri="{BB962C8B-B14F-4D97-AF65-F5344CB8AC3E}">
        <p14:creationId xmlns:p14="http://schemas.microsoft.com/office/powerpoint/2010/main" val="4055109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56085-172F-2315-C828-FDA0EB42F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Frequentist vs Bayesian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A4578-0BA7-AAAD-2CEC-96C764676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Frequentist 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34E6FC-9B3B-9FB5-6213-299557CA4F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Data: Random</a:t>
            </a:r>
          </a:p>
          <a:p>
            <a:r>
              <a:rPr lang="en-US" dirty="0"/>
              <a:t>Parameter : Fixed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279757-BB41-F75B-7C87-943DCFB0A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Bayesian View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EAB521-C0AD-9DB2-4D0D-95FC0A175D6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Data: Fixed</a:t>
            </a:r>
          </a:p>
          <a:p>
            <a:r>
              <a:rPr lang="en-US" dirty="0"/>
              <a:t>Parameter: Random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95CB9E-E358-7E2A-C1B6-CBB9230C8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268" y="4106064"/>
            <a:ext cx="3645087" cy="12764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8E80CF-B6F8-C801-0CB7-183E69E76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338" y="4106064"/>
            <a:ext cx="3645087" cy="12764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2F7058-5D08-C23C-8286-0624A96E12FC}"/>
              </a:ext>
            </a:extLst>
          </p:cNvPr>
          <p:cNvSpPr txBox="1"/>
          <p:nvPr/>
        </p:nvSpPr>
        <p:spPr>
          <a:xfrm>
            <a:off x="440436" y="6095215"/>
            <a:ext cx="113111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Fonnesbeck &amp; </a:t>
            </a:r>
            <a:r>
              <a:rPr lang="en-US" sz="1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Wiecki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— Probabilistic Programming and Bayesian Computing with </a:t>
            </a:r>
            <a:r>
              <a:rPr lang="en-US" sz="1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PyMC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600" b="1" i="1" u="sng" dirty="0" err="1"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PyData</a:t>
            </a:r>
            <a:r>
              <a:rPr lang="en-US" sz="1600" b="1" i="1" u="sng" dirty="0"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London 2024</a:t>
            </a:r>
            <a:endParaRPr lang="en-US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6562BE-0F42-ECE8-2589-6D568AD35075}"/>
              </a:ext>
            </a:extLst>
          </p:cNvPr>
          <p:cNvSpPr txBox="1"/>
          <p:nvPr/>
        </p:nvSpPr>
        <p:spPr>
          <a:xfrm>
            <a:off x="3142099" y="6433769"/>
            <a:ext cx="62831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Images source: Gemini prompt</a:t>
            </a:r>
          </a:p>
        </p:txBody>
      </p:sp>
    </p:spTree>
    <p:extLst>
      <p:ext uri="{BB962C8B-B14F-4D97-AF65-F5344CB8AC3E}">
        <p14:creationId xmlns:p14="http://schemas.microsoft.com/office/powerpoint/2010/main" val="2382412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6D70D-DBC6-8B2E-607C-9E4B86A68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Ingredients of Bayesian Inference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08DC0-BAB6-1CC3-2119-F7672C147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461566"/>
            <a:ext cx="5157787" cy="823912"/>
          </a:xfrm>
        </p:spPr>
        <p:txBody>
          <a:bodyPr>
            <a:normAutofit/>
          </a:bodyPr>
          <a:lstStyle/>
          <a:p>
            <a:r>
              <a:rPr lang="en-US" sz="3200" dirty="0"/>
              <a:t>Concepts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2ED9C-92BB-45EC-7863-8BACF5F80B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8213" y="2305103"/>
            <a:ext cx="5157787" cy="3684588"/>
          </a:xfrm>
        </p:spPr>
        <p:txBody>
          <a:bodyPr/>
          <a:lstStyle/>
          <a:p>
            <a:r>
              <a:rPr lang="en-US" b="1" dirty="0"/>
              <a:t>Prior P(</a:t>
            </a:r>
            <a:r>
              <a:rPr lang="el-GR" b="1" dirty="0"/>
              <a:t>θ</a:t>
            </a:r>
            <a:r>
              <a:rPr lang="en-US" b="1" dirty="0"/>
              <a:t>)</a:t>
            </a:r>
          </a:p>
          <a:p>
            <a:pPr lvl="1"/>
            <a:r>
              <a:rPr lang="en-US" dirty="0"/>
              <a:t>Belief about parameter before seeing data</a:t>
            </a:r>
          </a:p>
          <a:p>
            <a:r>
              <a:rPr lang="en-US" b="1" dirty="0"/>
              <a:t>Likelihood P(data|</a:t>
            </a:r>
            <a:r>
              <a:rPr lang="el-GR" b="1" dirty="0"/>
              <a:t> θ</a:t>
            </a:r>
            <a:r>
              <a:rPr lang="en-US" b="1" dirty="0"/>
              <a:t>)</a:t>
            </a:r>
          </a:p>
          <a:p>
            <a:pPr lvl="1"/>
            <a:r>
              <a:rPr lang="en-US" dirty="0"/>
              <a:t>How likely the data is given the parameter</a:t>
            </a:r>
          </a:p>
          <a:p>
            <a:r>
              <a:rPr lang="en-US" b="1" dirty="0"/>
              <a:t>Posterior P (</a:t>
            </a:r>
            <a:r>
              <a:rPr lang="el-GR" b="1" dirty="0"/>
              <a:t>θ</a:t>
            </a:r>
            <a:r>
              <a:rPr lang="en-US" b="1" dirty="0"/>
              <a:t> | data)</a:t>
            </a:r>
          </a:p>
          <a:p>
            <a:pPr lvl="1"/>
            <a:r>
              <a:rPr lang="en-US" dirty="0"/>
              <a:t>Updated belief after observing data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793B53-E39A-CBF8-BF59-2D339189E2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7603" y="1461566"/>
            <a:ext cx="5183188" cy="823912"/>
          </a:xfrm>
        </p:spPr>
        <p:txBody>
          <a:bodyPr>
            <a:normAutofit/>
          </a:bodyPr>
          <a:lstStyle/>
          <a:p>
            <a:r>
              <a:rPr lang="en-US" sz="3200" dirty="0"/>
              <a:t>Bayes’ Theorem</a:t>
            </a:r>
          </a:p>
        </p:txBody>
      </p:sp>
      <p:pic>
        <p:nvPicPr>
          <p:cNvPr id="33" name="Content Placeholder 32">
            <a:extLst>
              <a:ext uri="{FF2B5EF4-FFF2-40B4-BE49-F238E27FC236}">
                <a16:creationId xmlns:a16="http://schemas.microsoft.com/office/drawing/2014/main" id="{47024DC9-3510-FAEB-BB60-1F940367265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391614" y="2305103"/>
            <a:ext cx="4795165" cy="36519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D7A2F8-FACE-8445-BA70-41F3A0E20B53}"/>
              </a:ext>
            </a:extLst>
          </p:cNvPr>
          <p:cNvSpPr txBox="1"/>
          <p:nvPr/>
        </p:nvSpPr>
        <p:spPr>
          <a:xfrm>
            <a:off x="3030612" y="6492875"/>
            <a:ext cx="62831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Image source: Gemini prompt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3FAB84-240E-6577-3B40-09F1320F60A0}"/>
              </a:ext>
            </a:extLst>
          </p:cNvPr>
          <p:cNvSpPr txBox="1"/>
          <p:nvPr/>
        </p:nvSpPr>
        <p:spPr>
          <a:xfrm>
            <a:off x="516636" y="6242501"/>
            <a:ext cx="113111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Fonnesbeck &amp; </a:t>
            </a:r>
            <a:r>
              <a:rPr lang="en-US" sz="1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Wiecki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— Probabilistic Programming and Bayesian Computing with </a:t>
            </a:r>
            <a:r>
              <a:rPr lang="en-US" sz="1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PyMC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600" b="1" i="1" u="sng" dirty="0" err="1"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PyData</a:t>
            </a:r>
            <a:r>
              <a:rPr lang="en-US" sz="1600" b="1" i="1" u="sng" dirty="0"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London 2024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663624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A4A51-E394-3E94-C841-11F3117FA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251"/>
            <a:ext cx="10515600" cy="745656"/>
          </a:xfrm>
        </p:spPr>
        <p:txBody>
          <a:bodyPr/>
          <a:lstStyle/>
          <a:p>
            <a:r>
              <a:rPr lang="en-US" b="1" dirty="0"/>
              <a:t>Bayesian A/B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D1DFB-9B48-3936-52BA-1200FA745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5185"/>
            <a:ext cx="10858756" cy="1443815"/>
          </a:xfrm>
        </p:spPr>
        <p:txBody>
          <a:bodyPr>
            <a:normAutofit/>
          </a:bodyPr>
          <a:lstStyle/>
          <a:p>
            <a:r>
              <a:rPr lang="en-US" sz="2400" b="1" dirty="0"/>
              <a:t>Prior:</a:t>
            </a:r>
            <a:r>
              <a:rPr lang="en-US" sz="2400" dirty="0"/>
              <a:t> </a:t>
            </a:r>
            <a:r>
              <a:rPr lang="en-US" sz="2000" dirty="0"/>
              <a:t>Start with a belief  (Conversion rate is 5-10% or we have no idea)</a:t>
            </a:r>
          </a:p>
          <a:p>
            <a:r>
              <a:rPr lang="en-US" sz="2400" b="1" dirty="0"/>
              <a:t>Likelihood:</a:t>
            </a:r>
            <a:r>
              <a:rPr lang="en-US" sz="2400" dirty="0"/>
              <a:t> </a:t>
            </a:r>
            <a:r>
              <a:rPr lang="en-US" sz="2000" dirty="0"/>
              <a:t>Run experiment (A vs B) and collect data</a:t>
            </a:r>
          </a:p>
          <a:p>
            <a:r>
              <a:rPr lang="en-US" sz="2400" b="1" dirty="0"/>
              <a:t>Posterior:</a:t>
            </a:r>
            <a:r>
              <a:rPr lang="en-US" sz="2400" dirty="0"/>
              <a:t> </a:t>
            </a:r>
            <a:r>
              <a:rPr lang="en-US" sz="2000" dirty="0"/>
              <a:t>Update your belief (conversion rate) using data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2AD41C-FF97-D62D-0801-A12B98D86E42}"/>
              </a:ext>
            </a:extLst>
          </p:cNvPr>
          <p:cNvSpPr txBox="1"/>
          <p:nvPr/>
        </p:nvSpPr>
        <p:spPr>
          <a:xfrm>
            <a:off x="838200" y="944464"/>
            <a:ext cx="949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+mj-lt"/>
              </a:rPr>
              <a:t>Experiment: </a:t>
            </a:r>
            <a:r>
              <a:rPr lang="en-US" sz="2000" dirty="0">
                <a:latin typeface="+mj-lt"/>
                <a:ea typeface="Calibri" pitchFamily="34" charset="-122"/>
                <a:cs typeface="Calibri" pitchFamily="34" charset="-120"/>
              </a:rPr>
              <a:t>Coffee shop tests two push notifications — which one gets more purchases?</a:t>
            </a:r>
            <a:endParaRPr lang="en-US" sz="20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0C7182-98F4-89CC-5BEB-AB02E20DFAEB}"/>
              </a:ext>
            </a:extLst>
          </p:cNvPr>
          <p:cNvSpPr txBox="1"/>
          <p:nvPr/>
        </p:nvSpPr>
        <p:spPr>
          <a:xfrm>
            <a:off x="838200" y="1456293"/>
            <a:ext cx="41731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A: </a:t>
            </a:r>
            <a:r>
              <a:rPr lang="en-US" sz="2000" b="1" i="1" dirty="0">
                <a:ea typeface="Calibri" pitchFamily="34" charset="-122"/>
                <a:cs typeface="Calibri" pitchFamily="34" charset="-120"/>
              </a:rPr>
              <a:t>"Your morning coffee is waiting"</a:t>
            </a:r>
            <a:endParaRPr 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445E44-780B-2004-DF44-0EADBD34C8D7}"/>
              </a:ext>
            </a:extLst>
          </p:cNvPr>
          <p:cNvSpPr txBox="1"/>
          <p:nvPr/>
        </p:nvSpPr>
        <p:spPr>
          <a:xfrm>
            <a:off x="6861708" y="1456293"/>
            <a:ext cx="4224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B: </a:t>
            </a:r>
            <a:r>
              <a:rPr lang="en-US" sz="2000" b="1" i="1" dirty="0">
                <a:ea typeface="Calibri" pitchFamily="34" charset="-122"/>
                <a:cs typeface="Calibri" pitchFamily="34" charset="-120"/>
              </a:rPr>
              <a:t>"</a:t>
            </a:r>
            <a:r>
              <a:rPr lang="en-US" sz="2000" b="1" i="1" dirty="0">
                <a:solidFill>
                  <a:srgbClr val="8B949E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i="1" dirty="0">
                <a:ea typeface="Calibri" pitchFamily="34" charset="-122"/>
                <a:cs typeface="Calibri" pitchFamily="34" charset="-120"/>
              </a:rPr>
              <a:t>Get 10% off your coffee today!"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85BD16-3063-13E7-F9BC-DB38B14A45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938109"/>
              </p:ext>
            </p:extLst>
          </p:nvPr>
        </p:nvGraphicFramePr>
        <p:xfrm>
          <a:off x="1203184" y="3946345"/>
          <a:ext cx="94811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0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2000" dirty="0"/>
                        <a:t>Frequentist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/>
                        <a:t>Bayesian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2000" dirty="0"/>
                        <a:t>p-value + confidence interval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/>
                        <a:t>P(B &gt; A) + credible interval (HDI)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Reject / don’t reject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/>
                        <a:t>94% chance B is better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❌ Indirect, not decision-focused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/>
                        <a:t>✅ Direct, intuitive, decision-ready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5A48EAC-F943-C3A3-5468-9C4680246552}"/>
              </a:ext>
            </a:extLst>
          </p:cNvPr>
          <p:cNvSpPr txBox="1"/>
          <p:nvPr/>
        </p:nvSpPr>
        <p:spPr>
          <a:xfrm>
            <a:off x="3415192" y="6313286"/>
            <a:ext cx="64524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/>
              <a:t>Decision: High probability + positive lift </a:t>
            </a:r>
            <a:r>
              <a:rPr lang="en-US" sz="2400" dirty="0"/>
              <a:t>favors </a:t>
            </a:r>
            <a:r>
              <a:rPr sz="2400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BFC6DF-39E2-0621-8FF9-607B6DA884DF}"/>
              </a:ext>
            </a:extLst>
          </p:cNvPr>
          <p:cNvSpPr txBox="1"/>
          <p:nvPr/>
        </p:nvSpPr>
        <p:spPr>
          <a:xfrm>
            <a:off x="1104645" y="3465294"/>
            <a:ext cx="9579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Use MCMC sampling (</a:t>
            </a:r>
            <a:r>
              <a:rPr lang="en-US" sz="2000" dirty="0" err="1"/>
              <a:t>PyMC</a:t>
            </a:r>
            <a:r>
              <a:rPr lang="en-US" sz="2000" dirty="0"/>
              <a:t>) to estimate probability B is better and by how much (lift)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5EAAA05-DAF3-0A15-06F0-6CDF7EC7AAD6}"/>
              </a:ext>
            </a:extLst>
          </p:cNvPr>
          <p:cNvSpPr/>
          <p:nvPr/>
        </p:nvSpPr>
        <p:spPr>
          <a:xfrm>
            <a:off x="838200" y="895989"/>
            <a:ext cx="10177558" cy="1089196"/>
          </a:xfrm>
          <a:prstGeom prst="round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9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3844A-2626-5049-CC09-3EC3024DE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598" y="167389"/>
            <a:ext cx="10515600" cy="64746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Agentic Bayesian A/B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77B47-9A39-E090-71B1-47E5C5A0F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598" y="791031"/>
            <a:ext cx="10515600" cy="521636"/>
          </a:xfrm>
        </p:spPr>
        <p:txBody>
          <a:bodyPr/>
          <a:lstStyle/>
          <a:p>
            <a:r>
              <a:rPr lang="en-US" dirty="0"/>
              <a:t>Inspired by Andrej </a:t>
            </a:r>
            <a:r>
              <a:rPr lang="en-US" dirty="0" err="1"/>
              <a:t>Karpathy’s</a:t>
            </a:r>
            <a:r>
              <a:rPr lang="en-US" dirty="0"/>
              <a:t> </a:t>
            </a:r>
            <a:r>
              <a:rPr lang="en-US" dirty="0" err="1"/>
              <a:t>Autoresearch</a:t>
            </a:r>
            <a:endParaRPr lang="en-US" dirty="0"/>
          </a:p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2AB57E-F639-2524-7829-8A0E03437A3F}"/>
              </a:ext>
            </a:extLst>
          </p:cNvPr>
          <p:cNvSpPr/>
          <p:nvPr/>
        </p:nvSpPr>
        <p:spPr>
          <a:xfrm>
            <a:off x="410152" y="5148743"/>
            <a:ext cx="2552956" cy="7057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Human defines the experiment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74D6E7F-B26A-5683-3674-A2110E1D66E8}"/>
              </a:ext>
            </a:extLst>
          </p:cNvPr>
          <p:cNvSpPr/>
          <p:nvPr/>
        </p:nvSpPr>
        <p:spPr>
          <a:xfrm>
            <a:off x="1373388" y="3534922"/>
            <a:ext cx="2762891" cy="705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Human writes the system prompt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A73CDC-C555-7DCC-C7E2-F2D707C48860}"/>
              </a:ext>
            </a:extLst>
          </p:cNvPr>
          <p:cNvSpPr/>
          <p:nvPr/>
        </p:nvSpPr>
        <p:spPr>
          <a:xfrm>
            <a:off x="4025815" y="2322821"/>
            <a:ext cx="2933444" cy="100645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LLM reads data, chooses a Bayesian model, and writes PyMC5 code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05FB8A-AB8F-01E1-FAD6-36233C394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906" y="1355574"/>
            <a:ext cx="3283248" cy="866693"/>
          </a:xfrm>
          <a:prstGeom prst="rect">
            <a:avLst/>
          </a:prstGeom>
        </p:spPr>
      </p:pic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BF4CA11C-E23E-A9CD-A029-109564BEC8BB}"/>
              </a:ext>
            </a:extLst>
          </p:cNvPr>
          <p:cNvCxnSpPr>
            <a:cxnSpLocks/>
            <a:stCxn id="5" idx="0"/>
            <a:endCxn id="6" idx="1"/>
          </p:cNvCxnSpPr>
          <p:nvPr/>
        </p:nvCxnSpPr>
        <p:spPr>
          <a:xfrm rot="5400000" flipH="1" flipV="1">
            <a:off x="3035887" y="2544995"/>
            <a:ext cx="708874" cy="127098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67998AE-ACE4-4306-85A9-6D877A6B7102}"/>
              </a:ext>
            </a:extLst>
          </p:cNvPr>
          <p:cNvSpPr/>
          <p:nvPr/>
        </p:nvSpPr>
        <p:spPr>
          <a:xfrm>
            <a:off x="7916618" y="2322820"/>
            <a:ext cx="2332027" cy="100645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Script executes and runs MCMC via </a:t>
            </a:r>
            <a:r>
              <a:rPr lang="en-US" dirty="0" err="1"/>
              <a:t>PyMC</a:t>
            </a:r>
            <a:r>
              <a:rPr lang="en-US" dirty="0"/>
              <a:t> virtual env 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F02A31C-D594-E658-F9AE-E95355629B0E}"/>
              </a:ext>
            </a:extLst>
          </p:cNvPr>
          <p:cNvSpPr/>
          <p:nvPr/>
        </p:nvSpPr>
        <p:spPr>
          <a:xfrm>
            <a:off x="7625625" y="3963917"/>
            <a:ext cx="2165307" cy="108144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LLM evaluates convergence</a:t>
            </a:r>
          </a:p>
        </p:txBody>
      </p: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CA3802EF-80EC-B673-89B8-BC1E1CA3A33E}"/>
              </a:ext>
            </a:extLst>
          </p:cNvPr>
          <p:cNvCxnSpPr>
            <a:cxnSpLocks/>
            <a:stCxn id="30" idx="1"/>
            <a:endCxn id="6" idx="2"/>
          </p:cNvCxnSpPr>
          <p:nvPr/>
        </p:nvCxnSpPr>
        <p:spPr>
          <a:xfrm rot="10800000">
            <a:off x="5492537" y="3329275"/>
            <a:ext cx="2133088" cy="1175363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31FE8D61-F4A7-F4B6-E546-BCC4F00FF218}"/>
              </a:ext>
            </a:extLst>
          </p:cNvPr>
          <p:cNvCxnSpPr>
            <a:cxnSpLocks/>
            <a:stCxn id="6" idx="3"/>
            <a:endCxn id="24" idx="1"/>
          </p:cNvCxnSpPr>
          <p:nvPr/>
        </p:nvCxnSpPr>
        <p:spPr>
          <a:xfrm flipV="1">
            <a:off x="6959259" y="2826047"/>
            <a:ext cx="957359" cy="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AD4799E-D665-717F-F2B0-0D357FE1F4D8}"/>
              </a:ext>
            </a:extLst>
          </p:cNvPr>
          <p:cNvSpPr/>
          <p:nvPr/>
        </p:nvSpPr>
        <p:spPr>
          <a:xfrm>
            <a:off x="5584591" y="5566934"/>
            <a:ext cx="2332027" cy="78182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Script saves the results</a:t>
            </a:r>
          </a:p>
        </p:txBody>
      </p:sp>
      <p:cxnSp>
        <p:nvCxnSpPr>
          <p:cNvPr id="51" name="Connector: Curved 50">
            <a:extLst>
              <a:ext uri="{FF2B5EF4-FFF2-40B4-BE49-F238E27FC236}">
                <a16:creationId xmlns:a16="http://schemas.microsoft.com/office/drawing/2014/main" id="{EAE0C5AC-E3C6-BE7E-A574-8DE591AD154C}"/>
              </a:ext>
            </a:extLst>
          </p:cNvPr>
          <p:cNvCxnSpPr>
            <a:cxnSpLocks/>
            <a:endCxn id="30" idx="3"/>
          </p:cNvCxnSpPr>
          <p:nvPr/>
        </p:nvCxnSpPr>
        <p:spPr>
          <a:xfrm rot="5400000">
            <a:off x="9595247" y="3021731"/>
            <a:ext cx="1678591" cy="128722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4910F42-6752-1715-78EC-98C46562546D}"/>
              </a:ext>
            </a:extLst>
          </p:cNvPr>
          <p:cNvCxnSpPr>
            <a:cxnSpLocks/>
          </p:cNvCxnSpPr>
          <p:nvPr/>
        </p:nvCxnSpPr>
        <p:spPr>
          <a:xfrm flipV="1">
            <a:off x="10248645" y="2816837"/>
            <a:ext cx="829507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8146BD26-102D-395A-96BA-35DA46A83E06}"/>
              </a:ext>
            </a:extLst>
          </p:cNvPr>
          <p:cNvCxnSpPr>
            <a:stCxn id="30" idx="2"/>
            <a:endCxn id="42" idx="3"/>
          </p:cNvCxnSpPr>
          <p:nvPr/>
        </p:nvCxnSpPr>
        <p:spPr>
          <a:xfrm rot="5400000">
            <a:off x="7856204" y="5105772"/>
            <a:ext cx="912490" cy="79166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A0D06F08-5D85-C47D-2494-ADA538D72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616" y="1321874"/>
            <a:ext cx="1864396" cy="760978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E10EFCAC-1128-5162-3677-3CC2D71A6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54" y="3665341"/>
            <a:ext cx="930008" cy="1175363"/>
          </a:xfrm>
          <a:prstGeom prst="rect">
            <a:avLst/>
          </a:prstGeom>
        </p:spPr>
      </p:pic>
      <p:cxnSp>
        <p:nvCxnSpPr>
          <p:cNvPr id="73" name="Connector: Curved 72">
            <a:extLst>
              <a:ext uri="{FF2B5EF4-FFF2-40B4-BE49-F238E27FC236}">
                <a16:creationId xmlns:a16="http://schemas.microsoft.com/office/drawing/2014/main" id="{BCDE81CB-02F9-2684-A360-AEF8CDE859FC}"/>
              </a:ext>
            </a:extLst>
          </p:cNvPr>
          <p:cNvCxnSpPr>
            <a:stCxn id="4" idx="0"/>
            <a:endCxn id="5" idx="2"/>
          </p:cNvCxnSpPr>
          <p:nvPr/>
        </p:nvCxnSpPr>
        <p:spPr>
          <a:xfrm rot="5400000" flipH="1" flipV="1">
            <a:off x="1766681" y="4160590"/>
            <a:ext cx="908103" cy="1068204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23BCADB-4EC0-BD1C-B1E0-69FB33F377E0}"/>
              </a:ext>
            </a:extLst>
          </p:cNvPr>
          <p:cNvSpPr txBox="1"/>
          <p:nvPr/>
        </p:nvSpPr>
        <p:spPr>
          <a:xfrm>
            <a:off x="6738330" y="409332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5125E6-B2C9-674B-8F3A-2DD0A221A705}"/>
              </a:ext>
            </a:extLst>
          </p:cNvPr>
          <p:cNvSpPr txBox="1"/>
          <p:nvPr/>
        </p:nvSpPr>
        <p:spPr>
          <a:xfrm>
            <a:off x="8774796" y="5203772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3B310F-F5C7-AC39-299E-CDCC7BF445C2}"/>
              </a:ext>
            </a:extLst>
          </p:cNvPr>
          <p:cNvSpPr txBox="1"/>
          <p:nvPr/>
        </p:nvSpPr>
        <p:spPr>
          <a:xfrm>
            <a:off x="2865775" y="6481511"/>
            <a:ext cx="63393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Image sources: ollama.com/library/gemma4 , pymc.io and </a:t>
            </a:r>
            <a:r>
              <a:rPr lang="en-US" sz="1400" dirty="0" err="1"/>
              <a:t>chatgpt</a:t>
            </a:r>
            <a:r>
              <a:rPr lang="en-US" sz="1400" dirty="0"/>
              <a:t> prompt</a:t>
            </a:r>
          </a:p>
        </p:txBody>
      </p:sp>
    </p:spTree>
    <p:extLst>
      <p:ext uri="{BB962C8B-B14F-4D97-AF65-F5344CB8AC3E}">
        <p14:creationId xmlns:p14="http://schemas.microsoft.com/office/powerpoint/2010/main" val="684692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F93F5-9462-32C8-6BAC-E060AC0D2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67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Results – Bayesian A/B Testing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E50343B-0D58-E307-B83E-B0B208152D96}"/>
              </a:ext>
            </a:extLst>
          </p:cNvPr>
          <p:cNvSpPr txBox="1">
            <a:spLocks/>
          </p:cNvSpPr>
          <p:nvPr/>
        </p:nvSpPr>
        <p:spPr>
          <a:xfrm>
            <a:off x="114043" y="4682463"/>
            <a:ext cx="5274166" cy="1690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i="1" dirty="0">
                <a:ea typeface="Calibri" pitchFamily="34" charset="-122"/>
                <a:cs typeface="Calibri" pitchFamily="34" charset="-120"/>
              </a:rPr>
              <a:t>	</a:t>
            </a:r>
            <a:r>
              <a:rPr lang="en-US" b="1" i="1" dirty="0">
                <a:solidFill>
                  <a:schemeClr val="accent2">
                    <a:lumMod val="60000"/>
                    <a:lumOff val="40000"/>
                  </a:schemeClr>
                </a:solidFill>
                <a:ea typeface="Calibri" pitchFamily="34" charset="-122"/>
                <a:cs typeface="Calibri" pitchFamily="34" charset="-120"/>
              </a:rPr>
              <a:t>Weak Prior : Beta (1,1)</a:t>
            </a:r>
          </a:p>
          <a:p>
            <a:pPr marL="457200" lvl="1" indent="0" algn="ctr">
              <a:buNone/>
            </a:pPr>
            <a:r>
              <a:rPr lang="en-US" sz="1600" b="1" i="1" dirty="0">
                <a:ea typeface="Calibri" pitchFamily="34" charset="-122"/>
                <a:cs typeface="Calibri" pitchFamily="34" charset="-120"/>
              </a:rPr>
              <a:t>	</a:t>
            </a:r>
            <a:r>
              <a:rPr lang="en-US" sz="2000" b="1" i="1" dirty="0">
                <a:ea typeface="Calibri" pitchFamily="34" charset="-122"/>
                <a:cs typeface="Calibri" pitchFamily="34" charset="-120"/>
              </a:rPr>
              <a:t>No prior knowledge</a:t>
            </a:r>
          </a:p>
          <a:p>
            <a:pPr marL="457200" lvl="1" indent="0" algn="ctr">
              <a:buNone/>
            </a:pPr>
            <a:r>
              <a:rPr lang="en-US" sz="1600" b="1" i="1" dirty="0">
                <a:ea typeface="Calibri" pitchFamily="34" charset="-122"/>
                <a:cs typeface="Calibri" pitchFamily="34" charset="-120"/>
              </a:rPr>
              <a:t>	</a:t>
            </a:r>
            <a:r>
              <a:rPr lang="en-US" b="1" i="1" dirty="0">
                <a:ea typeface="Calibri" pitchFamily="34" charset="-122"/>
                <a:cs typeface="Calibri" pitchFamily="34" charset="-120"/>
              </a:rPr>
              <a:t>Lift = 99.6%</a:t>
            </a:r>
          </a:p>
          <a:p>
            <a:pPr marL="457200" lvl="1" indent="0" algn="ctr">
              <a:buNone/>
            </a:pPr>
            <a:r>
              <a:rPr lang="en-US" b="1" i="1" dirty="0">
                <a:ea typeface="Calibri" pitchFamily="34" charset="-122"/>
                <a:cs typeface="Calibri" pitchFamily="34" charset="-120"/>
              </a:rPr>
              <a:t>P (B &gt;A) = 100.0%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77A9C13-CC0D-BECB-66C5-491D31B786BF}"/>
              </a:ext>
            </a:extLst>
          </p:cNvPr>
          <p:cNvSpPr txBox="1">
            <a:spLocks/>
          </p:cNvSpPr>
          <p:nvPr/>
        </p:nvSpPr>
        <p:spPr>
          <a:xfrm>
            <a:off x="6896359" y="4671259"/>
            <a:ext cx="5181600" cy="16908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i="1" dirty="0">
                <a:ea typeface="Calibri" pitchFamily="34" charset="-122"/>
                <a:cs typeface="Calibri" pitchFamily="34" charset="-120"/>
              </a:rPr>
              <a:t>	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Strong Prior: Beta(5,55)</a:t>
            </a:r>
          </a:p>
          <a:p>
            <a:pPr marL="457200" lvl="1" indent="0" algn="ctr">
              <a:buNone/>
            </a:pPr>
            <a:r>
              <a:rPr lang="en-US" sz="1600" b="1" i="1" dirty="0">
                <a:ea typeface="Calibri" pitchFamily="34" charset="-122"/>
                <a:cs typeface="Calibri" pitchFamily="34" charset="-120"/>
              </a:rPr>
              <a:t>	</a:t>
            </a:r>
            <a:r>
              <a:rPr lang="en-US" sz="2000" b="1" i="1" dirty="0">
                <a:ea typeface="Calibri" pitchFamily="34" charset="-122"/>
                <a:cs typeface="Calibri" pitchFamily="34" charset="-120"/>
              </a:rPr>
              <a:t>Mean conversion rate – 8.3%</a:t>
            </a:r>
          </a:p>
          <a:p>
            <a:pPr marL="457200" lvl="1" indent="0" algn="ctr">
              <a:buNone/>
            </a:pPr>
            <a:r>
              <a:rPr lang="en-US" sz="1600" b="1" i="1" dirty="0">
                <a:ea typeface="Calibri" pitchFamily="34" charset="-122"/>
                <a:cs typeface="Calibri" pitchFamily="34" charset="-120"/>
              </a:rPr>
              <a:t>	</a:t>
            </a:r>
            <a:r>
              <a:rPr lang="en-US" b="1" i="1" dirty="0">
                <a:ea typeface="Calibri" pitchFamily="34" charset="-122"/>
                <a:cs typeface="Calibri" pitchFamily="34" charset="-120"/>
              </a:rPr>
              <a:t>Lift  = 89.0%</a:t>
            </a:r>
          </a:p>
          <a:p>
            <a:pPr marL="457200" lvl="1" indent="0" algn="ctr">
              <a:buNone/>
            </a:pPr>
            <a:r>
              <a:rPr lang="en-US" b="1" i="1" dirty="0">
                <a:ea typeface="Calibri" pitchFamily="34" charset="-122"/>
                <a:cs typeface="Calibri" pitchFamily="34" charset="-120"/>
              </a:rPr>
              <a:t>P (B &gt;A) = 99.9%</a:t>
            </a:r>
          </a:p>
          <a:p>
            <a:pPr marL="457200" lvl="1" indent="0" algn="ctr">
              <a:buNone/>
            </a:pPr>
            <a:endParaRPr lang="en-US" b="1" i="1" dirty="0"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C13A072-FCC7-6DE8-36D0-BB25A243406D}"/>
              </a:ext>
            </a:extLst>
          </p:cNvPr>
          <p:cNvSpPr txBox="1">
            <a:spLocks/>
          </p:cNvSpPr>
          <p:nvPr/>
        </p:nvSpPr>
        <p:spPr>
          <a:xfrm>
            <a:off x="1313301" y="1104644"/>
            <a:ext cx="4412440" cy="1446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i="1" dirty="0">
                <a:solidFill>
                  <a:srgbClr val="FF0000"/>
                </a:solidFill>
                <a:ea typeface="Calibri" pitchFamily="34" charset="-122"/>
                <a:cs typeface="Calibri" pitchFamily="34" charset="-120"/>
              </a:rPr>
              <a:t>A: “Your morning coffee is waiting”</a:t>
            </a:r>
          </a:p>
          <a:p>
            <a:pPr marL="457200" lvl="1" indent="0" algn="ctr">
              <a:buNone/>
            </a:pPr>
            <a:r>
              <a:rPr lang="en-US" b="1" i="1" dirty="0">
                <a:ea typeface="Calibri" pitchFamily="34" charset="-122"/>
                <a:cs typeface="Calibri" pitchFamily="34" charset="-120"/>
              </a:rPr>
              <a:t>Conversion Rate</a:t>
            </a:r>
          </a:p>
          <a:p>
            <a:pPr marL="457200" lvl="1" indent="0" algn="ctr">
              <a:buNone/>
            </a:pPr>
            <a:r>
              <a:rPr lang="en-US" sz="2000" b="1" i="1" dirty="0">
                <a:ea typeface="Calibri" pitchFamily="34" charset="-122"/>
                <a:cs typeface="Calibri" pitchFamily="34" charset="-120"/>
              </a:rPr>
              <a:t>Actual        = 8.0%</a:t>
            </a:r>
          </a:p>
          <a:p>
            <a:pPr marL="457200" lvl="1" indent="0" algn="ctr">
              <a:buNone/>
            </a:pPr>
            <a:r>
              <a:rPr lang="en-US" sz="2000" b="1" i="1" dirty="0">
                <a:ea typeface="Calibri" pitchFamily="34" charset="-122"/>
                <a:cs typeface="Calibri" pitchFamily="34" charset="-120"/>
              </a:rPr>
              <a:t>Observed = 6.8%</a:t>
            </a:r>
            <a:endParaRPr lang="en-US" sz="2000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0FDB704-0C0D-3CD4-46D4-9AA0D2D33242}"/>
              </a:ext>
            </a:extLst>
          </p:cNvPr>
          <p:cNvSpPr txBox="1">
            <a:spLocks/>
          </p:cNvSpPr>
          <p:nvPr/>
        </p:nvSpPr>
        <p:spPr>
          <a:xfrm>
            <a:off x="7047222" y="1104644"/>
            <a:ext cx="4412440" cy="14465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i="1" dirty="0">
                <a:solidFill>
                  <a:schemeClr val="accent3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B: “Get 10% off your coffee today!”</a:t>
            </a:r>
          </a:p>
          <a:p>
            <a:pPr marL="457200" lvl="1" indent="0" algn="ctr">
              <a:buNone/>
            </a:pPr>
            <a:r>
              <a:rPr lang="en-US" b="1" i="1" dirty="0">
                <a:ea typeface="Calibri" pitchFamily="34" charset="-122"/>
                <a:cs typeface="Calibri" pitchFamily="34" charset="-120"/>
              </a:rPr>
              <a:t>Conversion Rate</a:t>
            </a:r>
          </a:p>
          <a:p>
            <a:pPr marL="457200" lvl="1" indent="0" algn="ctr">
              <a:buNone/>
            </a:pPr>
            <a:r>
              <a:rPr lang="en-US" sz="2000" b="1" i="1" dirty="0">
                <a:ea typeface="Calibri" pitchFamily="34" charset="-122"/>
                <a:cs typeface="Calibri" pitchFamily="34" charset="-120"/>
              </a:rPr>
              <a:t>Actual        = 13.0%</a:t>
            </a:r>
          </a:p>
          <a:p>
            <a:pPr marL="457200" lvl="1" indent="0" algn="ctr">
              <a:buNone/>
            </a:pPr>
            <a:r>
              <a:rPr lang="en-US" sz="2000" b="1" i="1" dirty="0">
                <a:ea typeface="Calibri" pitchFamily="34" charset="-122"/>
                <a:cs typeface="Calibri" pitchFamily="34" charset="-120"/>
              </a:rPr>
              <a:t>Observed = 13.4%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D0C4D7-03F2-38DE-FF61-21B72063A245}"/>
              </a:ext>
            </a:extLst>
          </p:cNvPr>
          <p:cNvSpPr txBox="1"/>
          <p:nvPr/>
        </p:nvSpPr>
        <p:spPr>
          <a:xfrm>
            <a:off x="1314891" y="3034465"/>
            <a:ext cx="863463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Lift</a:t>
            </a:r>
            <a:endParaRPr lang="en-US" sz="2800" dirty="0"/>
          </a:p>
          <a:p>
            <a:pPr algn="ctr"/>
            <a:r>
              <a:rPr lang="en-US" sz="2400" b="1" dirty="0"/>
              <a:t>Actual</a:t>
            </a:r>
            <a:r>
              <a:rPr lang="en-US" sz="2400" dirty="0"/>
              <a:t>        = </a:t>
            </a:r>
            <a:r>
              <a:rPr lang="en-US" sz="2400" b="1" dirty="0"/>
              <a:t>62.5%</a:t>
            </a:r>
          </a:p>
          <a:p>
            <a:pPr algn="ctr"/>
            <a:r>
              <a:rPr lang="en-US" sz="2400" b="1" dirty="0"/>
              <a:t>Observed</a:t>
            </a:r>
            <a:r>
              <a:rPr lang="en-US" sz="2400" dirty="0"/>
              <a:t> = </a:t>
            </a:r>
            <a:r>
              <a:rPr lang="en-US" sz="2400" b="1" dirty="0"/>
              <a:t>97.1%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401E1F-6362-BC34-70BE-F38E82AE18AF}"/>
              </a:ext>
            </a:extLst>
          </p:cNvPr>
          <p:cNvSpPr/>
          <p:nvPr/>
        </p:nvSpPr>
        <p:spPr>
          <a:xfrm>
            <a:off x="1184424" y="1055549"/>
            <a:ext cx="4987776" cy="1558776"/>
          </a:xfrm>
          <a:prstGeom prst="roundRect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F710C66-B925-5D75-9E57-F7DEBA9EA817}"/>
              </a:ext>
            </a:extLst>
          </p:cNvPr>
          <p:cNvSpPr/>
          <p:nvPr/>
        </p:nvSpPr>
        <p:spPr>
          <a:xfrm>
            <a:off x="6803535" y="1048531"/>
            <a:ext cx="4987776" cy="1558776"/>
          </a:xfrm>
          <a:prstGeom prst="roundRect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BE95091-D891-BC92-1A1B-1F4E7D4C4E47}"/>
              </a:ext>
            </a:extLst>
          </p:cNvPr>
          <p:cNvSpPr/>
          <p:nvPr/>
        </p:nvSpPr>
        <p:spPr>
          <a:xfrm>
            <a:off x="5851299" y="3819855"/>
            <a:ext cx="1233520" cy="476494"/>
          </a:xfrm>
          <a:prstGeom prst="ellipse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E408C3-E4C8-14C9-2C0A-C40912965F07}"/>
              </a:ext>
            </a:extLst>
          </p:cNvPr>
          <p:cNvCxnSpPr>
            <a:cxnSpLocks/>
            <a:stCxn id="14" idx="3"/>
          </p:cNvCxnSpPr>
          <p:nvPr/>
        </p:nvCxnSpPr>
        <p:spPr>
          <a:xfrm flipH="1">
            <a:off x="4066923" y="4226568"/>
            <a:ext cx="1965021" cy="1391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CA1F8F90-1A3F-C45C-711A-2B37E9DB6910}"/>
              </a:ext>
            </a:extLst>
          </p:cNvPr>
          <p:cNvSpPr/>
          <p:nvPr/>
        </p:nvSpPr>
        <p:spPr>
          <a:xfrm>
            <a:off x="2221444" y="5454692"/>
            <a:ext cx="1890288" cy="476494"/>
          </a:xfrm>
          <a:prstGeom prst="ellipse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E802A41-4746-32B3-0142-BE0E37776F1C}"/>
              </a:ext>
            </a:extLst>
          </p:cNvPr>
          <p:cNvSpPr/>
          <p:nvPr/>
        </p:nvSpPr>
        <p:spPr>
          <a:xfrm>
            <a:off x="8977162" y="5454692"/>
            <a:ext cx="1890288" cy="476494"/>
          </a:xfrm>
          <a:prstGeom prst="ellipse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D688C78-718E-3ABF-AADF-F24B5B3FD29B}"/>
              </a:ext>
            </a:extLst>
          </p:cNvPr>
          <p:cNvCxnSpPr>
            <a:stCxn id="14" idx="5"/>
            <a:endCxn id="19" idx="2"/>
          </p:cNvCxnSpPr>
          <p:nvPr/>
        </p:nvCxnSpPr>
        <p:spPr>
          <a:xfrm>
            <a:off x="6904174" y="4226568"/>
            <a:ext cx="2072988" cy="1466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2FD26BF-64F5-02BB-E778-4F8E07F2941F}"/>
              </a:ext>
            </a:extLst>
          </p:cNvPr>
          <p:cNvSpPr txBox="1"/>
          <p:nvPr/>
        </p:nvSpPr>
        <p:spPr>
          <a:xfrm>
            <a:off x="3343623" y="6398551"/>
            <a:ext cx="6458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Both Weak and Strong Priors Posterior MCMC chains converged</a:t>
            </a:r>
          </a:p>
        </p:txBody>
      </p:sp>
    </p:spTree>
    <p:extLst>
      <p:ext uri="{BB962C8B-B14F-4D97-AF65-F5344CB8AC3E}">
        <p14:creationId xmlns:p14="http://schemas.microsoft.com/office/powerpoint/2010/main" val="2728206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5F189-C310-A66E-C32A-592F2E318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05FE6-979A-E945-9E99-C586962CA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5199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Fonnesbeck, C., &amp; </a:t>
            </a:r>
            <a:r>
              <a:rPr lang="en-US" sz="2000" dirty="0" err="1"/>
              <a:t>Wiecki</a:t>
            </a:r>
            <a:r>
              <a:rPr lang="en-US" sz="2000" dirty="0"/>
              <a:t>, T. (n.d.). </a:t>
            </a:r>
            <a:r>
              <a:rPr lang="en-US" sz="2000" i="1" dirty="0"/>
              <a:t>Probabilistic programming and Bayesian inference</a:t>
            </a:r>
            <a:r>
              <a:rPr lang="en-US" sz="2000" dirty="0"/>
              <a:t> [Video]. YouTube. </a:t>
            </a:r>
            <a:r>
              <a:rPr lang="en-US" sz="2000" dirty="0">
                <a:hlinkClick r:id="rId2"/>
              </a:rPr>
              <a:t>https://www.youtube.com/watch?v=99Rmi_CjqME</a:t>
            </a:r>
            <a:endParaRPr lang="en-US" sz="2000" dirty="0"/>
          </a:p>
          <a:p>
            <a:r>
              <a:rPr lang="nl-NL" sz="2000" dirty="0"/>
              <a:t>Google </a:t>
            </a:r>
            <a:r>
              <a:rPr lang="nl-NL" sz="2000" dirty="0" err="1"/>
              <a:t>DeepMind</a:t>
            </a:r>
            <a:r>
              <a:rPr lang="nl-NL" sz="2000" dirty="0"/>
              <a:t>. (2026). </a:t>
            </a:r>
            <a:r>
              <a:rPr lang="nl-NL" sz="2000" i="1" dirty="0"/>
              <a:t>Gemma 4</a:t>
            </a:r>
            <a:r>
              <a:rPr lang="nl-NL" sz="2000" dirty="0"/>
              <a:t>. </a:t>
            </a:r>
            <a:r>
              <a:rPr lang="nl-NL" sz="2000" dirty="0">
                <a:hlinkClick r:id="rId3"/>
              </a:rPr>
              <a:t>https://deepmind.google/models/gemma/gemma-4/</a:t>
            </a:r>
            <a:endParaRPr lang="nl-NL" sz="2000" dirty="0"/>
          </a:p>
          <a:p>
            <a:r>
              <a:rPr lang="en-US" sz="2000" dirty="0" err="1"/>
              <a:t>Karpathy</a:t>
            </a:r>
            <a:r>
              <a:rPr lang="en-US" sz="2000" dirty="0"/>
              <a:t>, A. (2026). </a:t>
            </a:r>
            <a:r>
              <a:rPr lang="en-US" sz="2000" i="1" dirty="0" err="1"/>
              <a:t>AutoResearch</a:t>
            </a:r>
            <a:r>
              <a:rPr lang="en-US" sz="2000" i="1" dirty="0"/>
              <a:t>: AI agents running research automatically</a:t>
            </a:r>
            <a:r>
              <a:rPr lang="en-US" sz="2000" dirty="0"/>
              <a:t> [Computer software]. GitHub. </a:t>
            </a:r>
            <a:r>
              <a:rPr lang="en-US" sz="2000" dirty="0">
                <a:hlinkClick r:id="rId4"/>
              </a:rPr>
              <a:t>https://github.com/karpathy/autoresearch</a:t>
            </a:r>
            <a:endParaRPr lang="en-US" sz="2000" dirty="0"/>
          </a:p>
          <a:p>
            <a:r>
              <a:rPr lang="en-US" sz="2000" dirty="0"/>
              <a:t>Ondrej, D. (2026). </a:t>
            </a:r>
            <a:r>
              <a:rPr lang="en-US" sz="2000" i="1" dirty="0"/>
              <a:t>The only </a:t>
            </a:r>
            <a:r>
              <a:rPr lang="en-US" sz="2000" i="1" dirty="0" err="1"/>
              <a:t>AutoResearch</a:t>
            </a:r>
            <a:r>
              <a:rPr lang="en-US" sz="2000" i="1" dirty="0"/>
              <a:t> tutorial you’ll ever need</a:t>
            </a:r>
            <a:r>
              <a:rPr lang="en-US" sz="2000" dirty="0"/>
              <a:t> [Video]. YouTube. </a:t>
            </a:r>
            <a:r>
              <a:rPr lang="en-US" sz="2000" dirty="0">
                <a:hlinkClick r:id="rId5"/>
              </a:rPr>
              <a:t>https://www.youtube.com/watch?v=uBWuKh1nZ2Y</a:t>
            </a:r>
            <a:endParaRPr lang="en-US" sz="2000" dirty="0"/>
          </a:p>
          <a:p>
            <a:r>
              <a:rPr lang="en-US" sz="2000" dirty="0" err="1"/>
              <a:t>PyMC</a:t>
            </a:r>
            <a:r>
              <a:rPr lang="en-US" sz="2000" dirty="0"/>
              <a:t> Development Team. (n.d.). </a:t>
            </a:r>
            <a:r>
              <a:rPr lang="en-US" sz="2000" i="1" dirty="0"/>
              <a:t>Introduction to Bayesian A/B testing</a:t>
            </a:r>
            <a:r>
              <a:rPr lang="en-US" sz="2000" dirty="0"/>
              <a:t>. </a:t>
            </a:r>
            <a:r>
              <a:rPr lang="en-US" sz="2000" dirty="0" err="1"/>
              <a:t>PyMC</a:t>
            </a:r>
            <a:r>
              <a:rPr lang="en-US" sz="2000" dirty="0"/>
              <a:t> Examples. </a:t>
            </a:r>
            <a:r>
              <a:rPr lang="en-US" sz="2000" dirty="0">
                <a:hlinkClick r:id="rId6"/>
              </a:rPr>
              <a:t>https://www.pymc.io/projects/examples/en/latest/causal_inference/bayesian_ab_testing_introduction.html</a:t>
            </a:r>
            <a:endParaRPr lang="en-US" sz="2000" dirty="0"/>
          </a:p>
          <a:p>
            <a:r>
              <a:rPr lang="en-US" sz="2000" dirty="0"/>
              <a:t>Wikipedia contributors. (n.d.). </a:t>
            </a:r>
            <a:r>
              <a:rPr lang="en-US" sz="2000" i="1" dirty="0"/>
              <a:t>Beta distribution</a:t>
            </a:r>
            <a:r>
              <a:rPr lang="en-US" sz="2000" dirty="0"/>
              <a:t>. In Wikipedia, The Free Encyclopedia. Retrieved April 17, 2026, from </a:t>
            </a:r>
            <a:r>
              <a:rPr lang="en-US" sz="2000" dirty="0">
                <a:hlinkClick r:id="rId7"/>
              </a:rPr>
              <a:t>https://en.wikipedia.org/wiki/Beta_distribution</a:t>
            </a:r>
            <a:endParaRPr lang="en-US" sz="2000" dirty="0"/>
          </a:p>
          <a:p>
            <a:r>
              <a:rPr lang="fi-FI" sz="2000" dirty="0"/>
              <a:t>Ollama. (n.d.). Gemma 4. </a:t>
            </a:r>
            <a:r>
              <a:rPr lang="fi-FI" sz="2000" dirty="0">
                <a:hlinkClick r:id="rId8"/>
              </a:rPr>
              <a:t>https://ollama.com/library/gemma4</a:t>
            </a:r>
            <a:endParaRPr lang="fi-FI" sz="2000" dirty="0"/>
          </a:p>
          <a:p>
            <a:r>
              <a:rPr lang="en-US" sz="2000" dirty="0" err="1"/>
              <a:t>PyMC</a:t>
            </a:r>
            <a:r>
              <a:rPr lang="en-US" sz="2000" dirty="0"/>
              <a:t> developers. (n.d.). </a:t>
            </a:r>
            <a:r>
              <a:rPr lang="en-US" sz="2000" dirty="0" err="1"/>
              <a:t>PyMC</a:t>
            </a:r>
            <a:r>
              <a:rPr lang="en-US" sz="2000" dirty="0"/>
              <a:t>: Probabilistic programming in Python. https://www.pymc.io/welcome.html</a:t>
            </a:r>
          </a:p>
        </p:txBody>
      </p:sp>
    </p:spTree>
    <p:extLst>
      <p:ext uri="{BB962C8B-B14F-4D97-AF65-F5344CB8AC3E}">
        <p14:creationId xmlns:p14="http://schemas.microsoft.com/office/powerpoint/2010/main" val="2329068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BFFD73-EB2B-B914-9EC8-F17BB324F774}"/>
              </a:ext>
            </a:extLst>
          </p:cNvPr>
          <p:cNvSpPr txBox="1"/>
          <p:nvPr/>
        </p:nvSpPr>
        <p:spPr>
          <a:xfrm>
            <a:off x="3252563" y="2276794"/>
            <a:ext cx="55793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02881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610</TotalTime>
  <Words>741</Words>
  <Application>Microsoft Office PowerPoint</Application>
  <PresentationFormat>Widescreen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𝗙𝗿𝗼𝗺 𝗣𝗿𝗼𝗺𝗽𝘁𝘀 𝘁𝗼 𝗣𝗼𝘀𝘁𝗲𝗿𝗶𝗼𝗿𝘀:  𝗔𝗴𝗲𝗻𝘁𝗶𝗰 𝗕𝗮𝘆𝗲𝘀𝗶𝗮𝗻 𝗔/𝗕 𝗧𝗲𝘀𝘁𝗶𝗻𝗴 𝘄𝗶𝘁𝗵 𝗣𝘆𝗠𝗖</vt:lpstr>
      <vt:lpstr>Frequentist vs Bayesian </vt:lpstr>
      <vt:lpstr>Ingredients of Bayesian Inference</vt:lpstr>
      <vt:lpstr>Bayesian A/B Testing</vt:lpstr>
      <vt:lpstr>Agentic Bayesian A/B Testing</vt:lpstr>
      <vt:lpstr>Results – Bayesian A/B Testing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Sanjit Paliwal</dc:creator>
  <cp:lastModifiedBy>Sanjit Paliwal</cp:lastModifiedBy>
  <cp:revision>2</cp:revision>
  <dcterms:created xsi:type="dcterms:W3CDTF">2026-04-15T19:47:14Z</dcterms:created>
  <dcterms:modified xsi:type="dcterms:W3CDTF">2026-04-18T14:14:13Z</dcterms:modified>
</cp:coreProperties>
</file>